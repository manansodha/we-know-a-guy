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60"/>
  </p:normalViewPr>
  <p:slideViewPr>
    <p:cSldViewPr snapToGrid="0">
      <p:cViewPr varScale="1">
        <p:scale>
          <a:sx n="93" d="100"/>
          <a:sy n="93" d="100"/>
        </p:scale>
        <p:origin x="248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7ECE2-EAE9-BFAB-927B-0A5E9B3AFF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Democratizing Efficiency</a:t>
            </a:r>
            <a:r>
              <a:rPr lang="en-US" dirty="0"/>
              <a:t> </a:t>
            </a:r>
            <a:br>
              <a:rPr lang="en-US" dirty="0"/>
            </a:br>
            <a:r>
              <a:rPr lang="en-US" sz="1800" dirty="0"/>
              <a:t>with Decentralized smart actuators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35E08-819D-620C-8F6D-63A0AB5171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“We know a guy”</a:t>
            </a:r>
          </a:p>
        </p:txBody>
      </p:sp>
    </p:spTree>
    <p:extLst>
      <p:ext uri="{BB962C8B-B14F-4D97-AF65-F5344CB8AC3E}">
        <p14:creationId xmlns:p14="http://schemas.microsoft.com/office/powerpoint/2010/main" val="1376575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79414-519E-D1B6-C4BD-91D65A69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D617F-38CE-CA5B-4A71-23E07EB53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Telemetric Devices: actuators, control valves, sensors generates operational data;</a:t>
            </a:r>
          </a:p>
          <a:p>
            <a:endParaRPr lang="en-US" dirty="0"/>
          </a:p>
          <a:p>
            <a:r>
              <a:rPr lang="en-US" dirty="0"/>
              <a:t>These data could be used not currently being used to generate insights, optimize energy efficiency, detect malfunction;</a:t>
            </a:r>
          </a:p>
          <a:p>
            <a:endParaRPr lang="en-US" dirty="0"/>
          </a:p>
          <a:p>
            <a:r>
              <a:rPr lang="en-US" dirty="0"/>
              <a:t>How to generate value-added to the customers through these data?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27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03C93-F349-E45B-7AFE-26C50E1D0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B81A7-D2F9-71B5-AFB1-5ED5C14B5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Low-level, device specific telemetry data;</a:t>
            </a:r>
          </a:p>
          <a:p>
            <a:endParaRPr lang="en-US" dirty="0"/>
          </a:p>
          <a:p>
            <a:r>
              <a:rPr lang="en-US" dirty="0" err="1"/>
              <a:t>InfluxDB</a:t>
            </a:r>
            <a:r>
              <a:rPr lang="en-US" dirty="0"/>
              <a:t> for the case purposes, and through various protocols (Modbus, </a:t>
            </a:r>
            <a:r>
              <a:rPr lang="en-US" dirty="0" err="1"/>
              <a:t>BACNet</a:t>
            </a:r>
            <a:r>
              <a:rPr lang="en-US" dirty="0"/>
              <a:t>, KNX) in general;</a:t>
            </a:r>
          </a:p>
          <a:p>
            <a:endParaRPr lang="en-US" dirty="0"/>
          </a:p>
          <a:p>
            <a:r>
              <a:rPr lang="en-US" dirty="0"/>
              <a:t>“Intelligent insights” through low level data?</a:t>
            </a:r>
          </a:p>
        </p:txBody>
      </p:sp>
    </p:spTree>
    <p:extLst>
      <p:ext uri="{BB962C8B-B14F-4D97-AF65-F5344CB8AC3E}">
        <p14:creationId xmlns:p14="http://schemas.microsoft.com/office/powerpoint/2010/main" val="103091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6D04-6903-4AD4-BFBF-DDEFD1743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76D7B-B338-6AFF-7983-6C29CADF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“Low-level, decentralized intelligence”;</a:t>
            </a:r>
          </a:p>
          <a:p>
            <a:endParaRPr lang="en-US" dirty="0"/>
          </a:p>
          <a:p>
            <a:r>
              <a:rPr lang="en-US" dirty="0"/>
              <a:t>Devices in a network act as a “swarm of agents”, with a chosen “leader”;</a:t>
            </a:r>
          </a:p>
          <a:p>
            <a:endParaRPr lang="en-US" dirty="0"/>
          </a:p>
          <a:p>
            <a:r>
              <a:rPr lang="en-US" dirty="0"/>
              <a:t>Each device detects anomalies, and performs “load-balancing” when necessary;</a:t>
            </a:r>
          </a:p>
          <a:p>
            <a:endParaRPr lang="en-US" dirty="0"/>
          </a:p>
          <a:p>
            <a:r>
              <a:rPr lang="en-US" dirty="0"/>
              <a:t>These anomalies are recorded by the “leader” to capture the anomalies of the system;</a:t>
            </a:r>
          </a:p>
        </p:txBody>
      </p:sp>
    </p:spTree>
    <p:extLst>
      <p:ext uri="{BB962C8B-B14F-4D97-AF65-F5344CB8AC3E}">
        <p14:creationId xmlns:p14="http://schemas.microsoft.com/office/powerpoint/2010/main" val="35490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B6D3-34AF-01D0-1710-C3E48365B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43BD9-098D-0068-1F75-EF8CFC2AD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user: Facility managers, building operators;</a:t>
            </a:r>
          </a:p>
          <a:p>
            <a:endParaRPr lang="en-US" dirty="0"/>
          </a:p>
          <a:p>
            <a:r>
              <a:rPr lang="en-US" dirty="0"/>
              <a:t>For small projects/buildings where an integrated BMS solution is not cost-effective</a:t>
            </a:r>
          </a:p>
          <a:p>
            <a:endParaRPr lang="en-US" dirty="0"/>
          </a:p>
          <a:p>
            <a:r>
              <a:rPr lang="en-US" dirty="0"/>
              <a:t>“Local intelligence”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921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DCA398B-8CB4-4C0C-89C6-A8AB6F78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9DE99-6A3C-883B-37AD-992001023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30F1C5B9-2046-0BE6-0F81-FBF12613B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58703"/>
            <a:ext cx="4475892" cy="3042547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8345C6-0280-4226-BD83-7333BA6C3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823778-D290-4538-B146-1F73C3755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843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786A09-35C1-F654-FF63-1DD9D816E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686" y="320040"/>
            <a:ext cx="5869580" cy="590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6070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50</TotalTime>
  <Words>183</Words>
  <Application>Microsoft Macintosh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Parcel</vt:lpstr>
      <vt:lpstr>Democratizing Efficiency  with Decentralized smart actuators</vt:lpstr>
      <vt:lpstr>Problem description</vt:lpstr>
      <vt:lpstr>What data?</vt:lpstr>
      <vt:lpstr>Proposed approach</vt:lpstr>
      <vt:lpstr>Proposed approach</vt:lpstr>
      <vt:lpstr>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Fransiskus Adrian Gunawan</dc:creator>
  <cp:lastModifiedBy>Fransiskus Adrian Gunawan</cp:lastModifiedBy>
  <cp:revision>3</cp:revision>
  <dcterms:created xsi:type="dcterms:W3CDTF">2026-03-19T09:46:56Z</dcterms:created>
  <dcterms:modified xsi:type="dcterms:W3CDTF">2026-03-19T10:42:01Z</dcterms:modified>
</cp:coreProperties>
</file>